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8" r:id="rId1"/>
  </p:sldMasterIdLst>
  <p:notesMasterIdLst>
    <p:notesMasterId r:id="rId14"/>
  </p:notesMasterIdLst>
  <p:sldIdLst>
    <p:sldId id="256" r:id="rId2"/>
    <p:sldId id="258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404" autoAdjust="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F6F8A-0EEE-4706-BBBE-2693E14746E6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5EC19-1554-43C1-9BB3-2DD324C894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7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5EC19-1554-43C1-9BB3-2DD324C8946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234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39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801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7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04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01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67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17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89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97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75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981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608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049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1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5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13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4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18.03.2020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712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  <p:sldLayoutId id="2147484190" r:id="rId12"/>
    <p:sldLayoutId id="2147484191" r:id="rId13"/>
    <p:sldLayoutId id="2147484192" r:id="rId14"/>
    <p:sldLayoutId id="2147484193" r:id="rId15"/>
    <p:sldLayoutId id="2147484194" r:id="rId16"/>
    <p:sldLayoutId id="21474841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420888"/>
            <a:ext cx="7772400" cy="1296144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2800" kern="14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Проектная работа на тему</a:t>
            </a: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«Создание сайта «</a:t>
            </a:r>
            <a:r>
              <a:rPr lang="en-US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SCHOOLBOOK» </a:t>
            </a:r>
            <a:r>
              <a:rPr lang="ru-RU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платформе </a:t>
            </a:r>
            <a:r>
              <a:rPr lang="en-US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Sublime text 3 </a:t>
            </a:r>
            <a:r>
              <a:rPr lang="ru-RU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2800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фреймворка</a:t>
            </a:r>
            <a:r>
              <a:rPr lang="ru-RU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Bootstrap»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52120" y="3489349"/>
            <a:ext cx="3373743" cy="273630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 </a:t>
            </a:r>
          </a:p>
          <a:p>
            <a:r>
              <a:rPr lang="ru-RU" dirty="0"/>
              <a:t>Выполнил ученик 9 класса</a:t>
            </a:r>
          </a:p>
          <a:p>
            <a:r>
              <a:rPr lang="ru-RU" dirty="0" smtClean="0"/>
              <a:t>Павлов Кирилл</a:t>
            </a:r>
            <a:endParaRPr lang="ru-RU" dirty="0"/>
          </a:p>
          <a:p>
            <a:r>
              <a:rPr lang="ru-RU" dirty="0"/>
              <a:t>Руководитель </a:t>
            </a:r>
            <a:r>
              <a:rPr lang="ru-RU" dirty="0" err="1"/>
              <a:t>Коняшкина.М.В</a:t>
            </a:r>
            <a:r>
              <a:rPr lang="ru-RU" dirty="0"/>
              <a:t>,</a:t>
            </a:r>
          </a:p>
          <a:p>
            <a:r>
              <a:rPr lang="ru-RU" dirty="0"/>
              <a:t>учитель информатики 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116632"/>
            <a:ext cx="8208912" cy="156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Школа № 2121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«Образовательный комплекс имени Маршала Советского Союза С. К.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Куркоткина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19872" y="602128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Москва – 2020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4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31640" y="4556022"/>
            <a:ext cx="5187121" cy="577559"/>
          </a:xfrm>
        </p:spPr>
        <p:txBody>
          <a:bodyPr/>
          <a:lstStyle/>
          <a:p>
            <a:r>
              <a:rPr lang="ru-RU" sz="3600" dirty="0" smtClean="0"/>
              <a:t>Цель</a:t>
            </a:r>
            <a:r>
              <a:rPr lang="en-US" dirty="0" smtClean="0"/>
              <a:t>: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8123" y="5421299"/>
            <a:ext cx="7573729" cy="3634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/>
              <a:t>создать сайт</a:t>
            </a:r>
            <a:r>
              <a:rPr lang="en-US" dirty="0" smtClean="0"/>
              <a:t> </a:t>
            </a:r>
            <a:r>
              <a:rPr lang="en-US" dirty="0" err="1" smtClean="0"/>
              <a:t>schoolbook.fun</a:t>
            </a:r>
            <a:endParaRPr lang="ru-RU" dirty="0"/>
          </a:p>
        </p:txBody>
      </p:sp>
      <p:sp>
        <p:nvSpPr>
          <p:cNvPr id="5" name="Заголовок 2"/>
          <p:cNvSpPr txBox="1">
            <a:spLocks/>
          </p:cNvSpPr>
          <p:nvPr/>
        </p:nvSpPr>
        <p:spPr>
          <a:xfrm>
            <a:off x="899592" y="2945459"/>
            <a:ext cx="3742620" cy="552448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sz="3600" dirty="0" smtClean="0"/>
              <a:t>Проблема</a:t>
            </a:r>
            <a:r>
              <a:rPr lang="en-US" sz="3200" dirty="0" smtClean="0"/>
              <a:t>:</a:t>
            </a:r>
            <a:endParaRPr lang="ru-RU" sz="3200" dirty="0"/>
          </a:p>
        </p:txBody>
      </p:sp>
      <p:sp>
        <p:nvSpPr>
          <p:cNvPr id="6" name="Заголовок 2"/>
          <p:cNvSpPr txBox="1">
            <a:spLocks/>
          </p:cNvSpPr>
          <p:nvPr/>
        </p:nvSpPr>
        <p:spPr>
          <a:xfrm>
            <a:off x="734888" y="5998471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899592" y="3880969"/>
            <a:ext cx="6699289" cy="73859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ru-RU" sz="2000" dirty="0"/>
              <a:t>Создать сайт </a:t>
            </a:r>
            <a:r>
              <a:rPr lang="ru-RU" sz="2000" dirty="0" smtClean="0"/>
              <a:t>для</a:t>
            </a:r>
            <a:r>
              <a:rPr lang="en-US" sz="2000" dirty="0" smtClean="0"/>
              <a:t> </a:t>
            </a:r>
            <a:r>
              <a:rPr lang="ru-RU" sz="2000" dirty="0" smtClean="0"/>
              <a:t>удобного доступа к списку школьной литературы.</a:t>
            </a:r>
            <a:endParaRPr lang="ru-RU" sz="2000" dirty="0"/>
          </a:p>
        </p:txBody>
      </p:sp>
      <p:sp>
        <p:nvSpPr>
          <p:cNvPr id="8" name="Объект 1"/>
          <p:cNvSpPr txBox="1">
            <a:spLocks/>
          </p:cNvSpPr>
          <p:nvPr/>
        </p:nvSpPr>
        <p:spPr>
          <a:xfrm>
            <a:off x="4427984" y="7141471"/>
            <a:ext cx="8229600" cy="101156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endParaRPr lang="ru-RU" sz="20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899592" y="1078688"/>
            <a:ext cx="669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/>
              <a:t>Проблемная ситуация</a:t>
            </a:r>
            <a:endParaRPr lang="ru-RU" sz="3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15131" y="1880428"/>
            <a:ext cx="88595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Мои друзья иногда переживали по поводу списка обязательной литературы на лето, они не знали, что читать, что способствовало создать сайт, где они будут уверены, что нужно прочитать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5011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57816" y="741720"/>
            <a:ext cx="21900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/>
              <a:t>Задачи: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33996" y="1611645"/>
            <a:ext cx="8856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Собрать сведения о </a:t>
            </a:r>
            <a:r>
              <a:rPr lang="en-US" dirty="0" smtClean="0"/>
              <a:t>html</a:t>
            </a:r>
            <a:r>
              <a:rPr lang="ru-RU" dirty="0" smtClean="0"/>
              <a:t>, </a:t>
            </a:r>
            <a:r>
              <a:rPr lang="en-US" dirty="0" err="1" smtClean="0"/>
              <a:t>css</a:t>
            </a:r>
            <a:r>
              <a:rPr lang="ru-RU" dirty="0" smtClean="0"/>
              <a:t>, </a:t>
            </a:r>
            <a:r>
              <a:rPr lang="en-US" dirty="0" smtClean="0"/>
              <a:t>bootstrap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Придумать дизайн сайта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Найти информацию о списках школьной литературы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Написать сайт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Определиться с хостингом и доменом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Загрузить сайт на хостинг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Сделать презентацию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Сделать текстовик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Защитить проект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30567" y="4005064"/>
            <a:ext cx="24064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/>
              <a:t>Продукт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15616" y="4869160"/>
            <a:ext cx="84249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ru-RU" sz="2000" dirty="0" smtClean="0"/>
              <a:t>Сайт </a:t>
            </a:r>
            <a:r>
              <a:rPr lang="ru-RU" sz="2000" u="sng" dirty="0" smtClean="0">
                <a:hlinkClick r:id="rId2" invalidUrl="http:///"/>
              </a:rPr>
              <a:t>http</a:t>
            </a:r>
            <a:r>
              <a:rPr lang="ru-RU" sz="2000" u="sng" dirty="0">
                <a:hlinkClick r:id="rId3" invalidUrl="http:///"/>
              </a:rPr>
              <a:t>://</a:t>
            </a:r>
            <a:r>
              <a:rPr lang="en-US" sz="2000" u="sng" dirty="0" err="1"/>
              <a:t>schoolbook.fun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4772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84710" y="452718"/>
            <a:ext cx="6895602" cy="744034"/>
          </a:xfrm>
        </p:spPr>
        <p:txBody>
          <a:bodyPr/>
          <a:lstStyle/>
          <a:p>
            <a:r>
              <a:rPr lang="ru-RU" dirty="0" smtClean="0"/>
              <a:t>Главная страница сайта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" y="1700808"/>
            <a:ext cx="9168340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3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10156" y="5301208"/>
            <a:ext cx="8354332" cy="1296144"/>
          </a:xfrm>
        </p:spPr>
        <p:txBody>
          <a:bodyPr/>
          <a:lstStyle/>
          <a:p>
            <a:r>
              <a:rPr lang="ru-RU" sz="2400" dirty="0" smtClean="0"/>
              <a:t>Представлены списки обязательной литературы на лето для учащихся 5-9 классов с иллюстрациями и возможностью скачивания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2364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8340" cy="5157192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75860" y="5229200"/>
            <a:ext cx="8616620" cy="1400530"/>
          </a:xfrm>
        </p:spPr>
        <p:txBody>
          <a:bodyPr/>
          <a:lstStyle/>
          <a:p>
            <a:r>
              <a:rPr lang="ru-RU" sz="2400" dirty="0" smtClean="0"/>
              <a:t>Представлены дополнительные списки литературы на лето для </a:t>
            </a:r>
            <a:r>
              <a:rPr lang="ru-RU" sz="2400" dirty="0"/>
              <a:t>у</a:t>
            </a:r>
            <a:r>
              <a:rPr lang="ru-RU" sz="2400" dirty="0" smtClean="0"/>
              <a:t>чащихся 5-9 классов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9731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Программный код</a:t>
            </a:r>
            <a:r>
              <a:rPr lang="en-US" dirty="0" smtClean="0"/>
              <a:t> HTML: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9168341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Программный код</a:t>
            </a:r>
            <a:r>
              <a:rPr lang="en-US" dirty="0" smtClean="0"/>
              <a:t> CSS: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808"/>
            <a:ext cx="9168341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44034"/>
          </a:xfrm>
        </p:spPr>
        <p:txBody>
          <a:bodyPr/>
          <a:lstStyle/>
          <a:p>
            <a:r>
              <a:rPr lang="en-US" sz="2000" dirty="0" smtClean="0"/>
              <a:t>Bootstrap </a:t>
            </a:r>
            <a:r>
              <a:rPr lang="ru-RU" sz="2000" dirty="0" smtClean="0"/>
              <a:t>я импортировал благодаря ссылкам на их официальном сайте и благополучно использовал его в своём коде</a:t>
            </a:r>
            <a:endParaRPr lang="ru-RU" sz="20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14502"/>
            <a:ext cx="9144000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7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539552" y="188640"/>
            <a:ext cx="8335762" cy="1400530"/>
          </a:xfrm>
        </p:spPr>
        <p:txBody>
          <a:bodyPr/>
          <a:lstStyle/>
          <a:p>
            <a:r>
              <a:rPr lang="ru-RU" dirty="0" smtClean="0"/>
              <a:t>Пример использования</a:t>
            </a:r>
            <a:r>
              <a:rPr lang="en-US" dirty="0" smtClean="0"/>
              <a:t> </a:t>
            </a:r>
            <a:r>
              <a:rPr lang="en-US" dirty="0" smtClean="0"/>
              <a:t>Bootstrap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3012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539552" y="188640"/>
            <a:ext cx="8335762" cy="1400530"/>
          </a:xfrm>
        </p:spPr>
        <p:txBody>
          <a:bodyPr/>
          <a:lstStyle/>
          <a:p>
            <a:r>
              <a:rPr lang="ru-RU" dirty="0" smtClean="0"/>
              <a:t>Пример использования</a:t>
            </a:r>
            <a:r>
              <a:rPr lang="en-US" dirty="0" smtClean="0"/>
              <a:t> bootstrap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" y="1947573"/>
            <a:ext cx="9170982" cy="491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4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3727250" cy="672026"/>
          </a:xfrm>
        </p:spPr>
        <p:txBody>
          <a:bodyPr/>
          <a:lstStyle/>
          <a:p>
            <a:r>
              <a:rPr lang="ru-RU" sz="4000" dirty="0" smtClean="0"/>
              <a:t>Заключение</a:t>
            </a:r>
            <a:r>
              <a:rPr lang="ru-RU" sz="4000" dirty="0"/>
              <a:t>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84710" y="1124744"/>
            <a:ext cx="833576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/>
            <a:r>
              <a:rPr lang="ru-RU" dirty="0"/>
              <a:t>В процессе работы над проектом я научился писать код на </a:t>
            </a:r>
            <a:r>
              <a:rPr lang="ru-RU" dirty="0" err="1"/>
              <a:t>html</a:t>
            </a:r>
            <a:r>
              <a:rPr lang="ru-RU" dirty="0"/>
              <a:t>, </a:t>
            </a:r>
            <a:r>
              <a:rPr lang="ru-RU" dirty="0" err="1"/>
              <a:t>css</a:t>
            </a:r>
            <a:r>
              <a:rPr lang="ru-RU" dirty="0"/>
              <a:t>, выучил некоторую часть </a:t>
            </a:r>
            <a:r>
              <a:rPr lang="ru-RU" dirty="0" err="1"/>
              <a:t>bootstrap</a:t>
            </a:r>
            <a:r>
              <a:rPr lang="ru-RU" dirty="0"/>
              <a:t> и впервые опубликовал свой сайт. Нашёл понимание </a:t>
            </a:r>
            <a:r>
              <a:rPr lang="ru-RU" dirty="0" err="1"/>
              <a:t>фронтенда</a:t>
            </a:r>
            <a:r>
              <a:rPr lang="ru-RU" dirty="0"/>
              <a:t> и </a:t>
            </a:r>
            <a:r>
              <a:rPr lang="ru-RU" dirty="0" err="1"/>
              <a:t>бэкэнда</a:t>
            </a:r>
            <a:r>
              <a:rPr lang="ru-RU" dirty="0"/>
              <a:t> в необходимости разработки сайтов.</a:t>
            </a:r>
          </a:p>
          <a:p>
            <a:pPr indent="540000"/>
            <a:r>
              <a:rPr lang="ru-RU" dirty="0"/>
              <a:t>С поставленной целью я справился и проблему я решил. Но для того чтобы создавать сайты с помощью </a:t>
            </a:r>
            <a:r>
              <a:rPr lang="ru-RU" dirty="0" err="1"/>
              <a:t>фронтенда</a:t>
            </a:r>
            <a:r>
              <a:rPr lang="ru-RU" dirty="0"/>
              <a:t> и </a:t>
            </a:r>
            <a:r>
              <a:rPr lang="ru-RU" dirty="0" err="1"/>
              <a:t>бэкенда</a:t>
            </a:r>
            <a:r>
              <a:rPr lang="ru-RU" dirty="0"/>
              <a:t>, необходимо потратить огромное количество времени. Сайты можно создавать на различных платформах, что может показаться лёгкой задачей. Однако, чтобы стать программистом и разработчиком сайтов, нужно знать язык разметки HTML и язык стилей CSS, а также язык программирования </a:t>
            </a:r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Script</a:t>
            </a:r>
            <a:r>
              <a:rPr lang="ru-RU" dirty="0"/>
              <a:t>.</a:t>
            </a:r>
          </a:p>
          <a:p>
            <a:pPr indent="540000"/>
            <a:r>
              <a:rPr lang="ru-RU" dirty="0"/>
              <a:t>Мой сайт поможет моим одноклассникам и не только, всем желающим. Они смогут зайти на сайт и скачать интересующие их книги.</a:t>
            </a:r>
          </a:p>
        </p:txBody>
      </p:sp>
    </p:spTree>
    <p:extLst>
      <p:ext uri="{BB962C8B-B14F-4D97-AF65-F5344CB8AC3E}">
        <p14:creationId xmlns:p14="http://schemas.microsoft.com/office/powerpoint/2010/main" val="3786246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255</TotalTime>
  <Words>308</Words>
  <Application>Microsoft Office PowerPoint</Application>
  <PresentationFormat>Экран (4:3)</PresentationFormat>
  <Paragraphs>42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Ион</vt:lpstr>
      <vt:lpstr>Проектная работа на тему «Создание сайта «SCHOOLBOOK» на платформе Sublime text 3 и фреймворка Bootstrap»</vt:lpstr>
      <vt:lpstr>Цель: </vt:lpstr>
      <vt:lpstr>Презентация PowerPoint</vt:lpstr>
      <vt:lpstr>Главная страница сайта</vt:lpstr>
      <vt:lpstr>Представлены списки обязательной литературы на лето для учащихся 5-9 классов с иллюстрациями и возможностью скачивания</vt:lpstr>
      <vt:lpstr>Представлены дополнительные списки литературы на лето для учащихся 5-9 классов</vt:lpstr>
      <vt:lpstr>Программный код HTML:</vt:lpstr>
      <vt:lpstr>Программный код CSS:</vt:lpstr>
      <vt:lpstr>Bootstrap я импортировал благодаря ссылкам на их официальном сайте и благополучно использовал его в своём коде</vt:lpstr>
      <vt:lpstr>Пример использования Bootstrap</vt:lpstr>
      <vt:lpstr>Пример использования bootstrap</vt:lpstr>
      <vt:lpstr>Заключение: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</dc:creator>
  <cp:lastModifiedBy>Коняшкина Магдалина Валентиновна</cp:lastModifiedBy>
  <cp:revision>30</cp:revision>
  <dcterms:created xsi:type="dcterms:W3CDTF">2019-02-27T16:53:08Z</dcterms:created>
  <dcterms:modified xsi:type="dcterms:W3CDTF">2020-03-18T07:53:47Z</dcterms:modified>
</cp:coreProperties>
</file>